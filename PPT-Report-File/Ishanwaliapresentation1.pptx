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2A5E6-A3ED-4928-9351-7E72682806B5}" v="18" dt="2026-04-30T02:08:12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Walia" userId="02bc4f0f7d896815" providerId="LiveId" clId="{D5D498A6-C22A-496E-9BAC-3CFFF6F8ABE0}"/>
    <pc:docChg chg="modSld">
      <pc:chgData name="Ishan Walia" userId="02bc4f0f7d896815" providerId="LiveId" clId="{D5D498A6-C22A-496E-9BAC-3CFFF6F8ABE0}" dt="2026-04-30T02:08:12.751" v="1058"/>
      <pc:docMkLst>
        <pc:docMk/>
      </pc:docMkLst>
      <pc:sldChg chg="modSp mod">
        <pc:chgData name="Ishan Walia" userId="02bc4f0f7d896815" providerId="LiveId" clId="{D5D498A6-C22A-496E-9BAC-3CFFF6F8ABE0}" dt="2026-04-29T09:48:24.763" v="392" actId="1076"/>
        <pc:sldMkLst>
          <pc:docMk/>
          <pc:sldMk cId="704269389" sldId="256"/>
        </pc:sldMkLst>
        <pc:spChg chg="mod">
          <ac:chgData name="Ishan Walia" userId="02bc4f0f7d896815" providerId="LiveId" clId="{D5D498A6-C22A-496E-9BAC-3CFFF6F8ABE0}" dt="2026-04-29T09:48:24.763" v="392" actId="1076"/>
          <ac:spMkLst>
            <pc:docMk/>
            <pc:sldMk cId="704269389" sldId="256"/>
            <ac:spMk id="7" creationId="{E48B07AD-B5E1-5BAE-319D-7E8DFB1D1EC2}"/>
          </ac:spMkLst>
        </pc:spChg>
      </pc:sldChg>
      <pc:sldChg chg="modSp mod">
        <pc:chgData name="Ishan Walia" userId="02bc4f0f7d896815" providerId="LiveId" clId="{D5D498A6-C22A-496E-9BAC-3CFFF6F8ABE0}" dt="2026-04-28T20:09:24.239" v="128" actId="255"/>
        <pc:sldMkLst>
          <pc:docMk/>
          <pc:sldMk cId="807343821" sldId="257"/>
        </pc:sldMkLst>
        <pc:spChg chg="mod">
          <ac:chgData name="Ishan Walia" userId="02bc4f0f7d896815" providerId="LiveId" clId="{D5D498A6-C22A-496E-9BAC-3CFFF6F8ABE0}" dt="2026-04-28T20:09:24.239" v="128" actId="255"/>
          <ac:spMkLst>
            <pc:docMk/>
            <pc:sldMk cId="807343821" sldId="257"/>
            <ac:spMk id="2" creationId="{12C28B72-1450-3D4E-FDAC-8331752F6858}"/>
          </ac:spMkLst>
        </pc:spChg>
      </pc:sldChg>
      <pc:sldChg chg="modSp mod">
        <pc:chgData name="Ishan Walia" userId="02bc4f0f7d896815" providerId="LiveId" clId="{D5D498A6-C22A-496E-9BAC-3CFFF6F8ABE0}" dt="2026-04-30T02:08:12.751" v="1058"/>
        <pc:sldMkLst>
          <pc:docMk/>
          <pc:sldMk cId="3064705651" sldId="258"/>
        </pc:sldMkLst>
        <pc:spChg chg="mod">
          <ac:chgData name="Ishan Walia" userId="02bc4f0f7d896815" providerId="LiveId" clId="{D5D498A6-C22A-496E-9BAC-3CFFF6F8ABE0}" dt="2026-04-30T02:08:12.751" v="1058"/>
          <ac:spMkLst>
            <pc:docMk/>
            <pc:sldMk cId="3064705651" sldId="258"/>
            <ac:spMk id="2" creationId="{198AAA09-593A-B63B-6EC4-741E956B319D}"/>
          </ac:spMkLst>
        </pc:spChg>
        <pc:picChg chg="mod">
          <ac:chgData name="Ishan Walia" userId="02bc4f0f7d896815" providerId="LiveId" clId="{D5D498A6-C22A-496E-9BAC-3CFFF6F8ABE0}" dt="2026-04-28T20:10:39.694" v="334" actId="1076"/>
          <ac:picMkLst>
            <pc:docMk/>
            <pc:sldMk cId="3064705651" sldId="258"/>
            <ac:picMk id="4" creationId="{224E0730-5C23-8ADB-7F33-543A9FEDC312}"/>
          </ac:picMkLst>
        </pc:picChg>
        <pc:picChg chg="mod">
          <ac:chgData name="Ishan Walia" userId="02bc4f0f7d896815" providerId="LiveId" clId="{D5D498A6-C22A-496E-9BAC-3CFFF6F8ABE0}" dt="2026-04-28T20:10:44.493" v="335" actId="1076"/>
          <ac:picMkLst>
            <pc:docMk/>
            <pc:sldMk cId="3064705651" sldId="258"/>
            <ac:picMk id="1026" creationId="{FA75809B-344C-B76D-7CF5-8FA15C493FFE}"/>
          </ac:picMkLst>
        </pc:picChg>
      </pc:sldChg>
      <pc:sldChg chg="modSp mod">
        <pc:chgData name="Ishan Walia" userId="02bc4f0f7d896815" providerId="LiveId" clId="{D5D498A6-C22A-496E-9BAC-3CFFF6F8ABE0}" dt="2026-04-30T01:53:00.848" v="738" actId="20577"/>
        <pc:sldMkLst>
          <pc:docMk/>
          <pc:sldMk cId="179109680" sldId="259"/>
        </pc:sldMkLst>
        <pc:spChg chg="mod">
          <ac:chgData name="Ishan Walia" userId="02bc4f0f7d896815" providerId="LiveId" clId="{D5D498A6-C22A-496E-9BAC-3CFFF6F8ABE0}" dt="2026-04-30T01:53:00.848" v="738" actId="20577"/>
          <ac:spMkLst>
            <pc:docMk/>
            <pc:sldMk cId="179109680" sldId="259"/>
            <ac:spMk id="3" creationId="{93F08194-3935-191E-DA2E-098B7A21E7DA}"/>
          </ac:spMkLst>
        </pc:spChg>
      </pc:sldChg>
      <pc:sldChg chg="modSp mod">
        <pc:chgData name="Ishan Walia" userId="02bc4f0f7d896815" providerId="LiveId" clId="{D5D498A6-C22A-496E-9BAC-3CFFF6F8ABE0}" dt="2026-04-30T01:58:22.929" v="808" actId="20577"/>
        <pc:sldMkLst>
          <pc:docMk/>
          <pc:sldMk cId="2410167179" sldId="260"/>
        </pc:sldMkLst>
        <pc:spChg chg="mod">
          <ac:chgData name="Ishan Walia" userId="02bc4f0f7d896815" providerId="LiveId" clId="{D5D498A6-C22A-496E-9BAC-3CFFF6F8ABE0}" dt="2026-04-30T01:58:22.929" v="808" actId="20577"/>
          <ac:spMkLst>
            <pc:docMk/>
            <pc:sldMk cId="2410167179" sldId="260"/>
            <ac:spMk id="2" creationId="{DA0E9187-C14E-4CEA-96CE-D615414DAABE}"/>
          </ac:spMkLst>
        </pc:spChg>
      </pc:sldChg>
      <pc:sldChg chg="modSp mod">
        <pc:chgData name="Ishan Walia" userId="02bc4f0f7d896815" providerId="LiveId" clId="{D5D498A6-C22A-496E-9BAC-3CFFF6F8ABE0}" dt="2026-04-29T09:59:50.708" v="395" actId="20577"/>
        <pc:sldMkLst>
          <pc:docMk/>
          <pc:sldMk cId="2579807220" sldId="261"/>
        </pc:sldMkLst>
        <pc:spChg chg="mod">
          <ac:chgData name="Ishan Walia" userId="02bc4f0f7d896815" providerId="LiveId" clId="{D5D498A6-C22A-496E-9BAC-3CFFF6F8ABE0}" dt="2026-04-29T09:59:50.708" v="395" actId="20577"/>
          <ac:spMkLst>
            <pc:docMk/>
            <pc:sldMk cId="2579807220" sldId="261"/>
            <ac:spMk id="2" creationId="{2FBBB236-C78D-0A18-5FDE-33F66907B315}"/>
          </ac:spMkLst>
        </pc:spChg>
        <pc:picChg chg="mod">
          <ac:chgData name="Ishan Walia" userId="02bc4f0f7d896815" providerId="LiveId" clId="{D5D498A6-C22A-496E-9BAC-3CFFF6F8ABE0}" dt="2026-04-28T20:05:01.664" v="45" actId="1076"/>
          <ac:picMkLst>
            <pc:docMk/>
            <pc:sldMk cId="2579807220" sldId="261"/>
            <ac:picMk id="5" creationId="{0074B562-919D-AFA2-6A79-4746566591CD}"/>
          </ac:picMkLst>
        </pc:picChg>
        <pc:picChg chg="mod">
          <ac:chgData name="Ishan Walia" userId="02bc4f0f7d896815" providerId="LiveId" clId="{D5D498A6-C22A-496E-9BAC-3CFFF6F8ABE0}" dt="2026-04-28T20:04:55.335" v="41" actId="1076"/>
          <ac:picMkLst>
            <pc:docMk/>
            <pc:sldMk cId="2579807220" sldId="261"/>
            <ac:picMk id="7" creationId="{4F4EC80F-8043-B90F-A9F6-77EE90B6273B}"/>
          </ac:picMkLst>
        </pc:picChg>
      </pc:sldChg>
      <pc:sldChg chg="modSp mod">
        <pc:chgData name="Ishan Walia" userId="02bc4f0f7d896815" providerId="LiveId" clId="{D5D498A6-C22A-496E-9BAC-3CFFF6F8ABE0}" dt="2026-04-30T01:59:20.411" v="916"/>
        <pc:sldMkLst>
          <pc:docMk/>
          <pc:sldMk cId="160192379" sldId="262"/>
        </pc:sldMkLst>
        <pc:spChg chg="mod">
          <ac:chgData name="Ishan Walia" userId="02bc4f0f7d896815" providerId="LiveId" clId="{D5D498A6-C22A-496E-9BAC-3CFFF6F8ABE0}" dt="2026-04-30T01:59:20.411" v="916"/>
          <ac:spMkLst>
            <pc:docMk/>
            <pc:sldMk cId="160192379" sldId="262"/>
            <ac:spMk id="2" creationId="{5C58F98D-D7DC-8921-5AFE-FC9E7767FD08}"/>
          </ac:spMkLst>
        </pc:spChg>
      </pc:sldChg>
      <pc:sldChg chg="modSp mod">
        <pc:chgData name="Ishan Walia" userId="02bc4f0f7d896815" providerId="LiveId" clId="{D5D498A6-C22A-496E-9BAC-3CFFF6F8ABE0}" dt="2026-04-29T04:58:35.743" v="391" actId="20577"/>
        <pc:sldMkLst>
          <pc:docMk/>
          <pc:sldMk cId="2784489480" sldId="264"/>
        </pc:sldMkLst>
        <pc:spChg chg="mod">
          <ac:chgData name="Ishan Walia" userId="02bc4f0f7d896815" providerId="LiveId" clId="{D5D498A6-C22A-496E-9BAC-3CFFF6F8ABE0}" dt="2026-04-29T04:58:35.743" v="391" actId="20577"/>
          <ac:spMkLst>
            <pc:docMk/>
            <pc:sldMk cId="2784489480" sldId="264"/>
            <ac:spMk id="2" creationId="{4BB3FF1E-C087-ECDC-20BE-0454E38C302A}"/>
          </ac:spMkLst>
        </pc:spChg>
        <pc:picChg chg="mod">
          <ac:chgData name="Ishan Walia" userId="02bc4f0f7d896815" providerId="LiveId" clId="{D5D498A6-C22A-496E-9BAC-3CFFF6F8ABE0}" dt="2026-04-28T20:06:40.733" v="120" actId="1076"/>
          <ac:picMkLst>
            <pc:docMk/>
            <pc:sldMk cId="2784489480" sldId="264"/>
            <ac:picMk id="5" creationId="{69A58D40-1938-AAC0-FB80-0B0948BDD414}"/>
          </ac:picMkLst>
        </pc:picChg>
        <pc:picChg chg="mod">
          <ac:chgData name="Ishan Walia" userId="02bc4f0f7d896815" providerId="LiveId" clId="{D5D498A6-C22A-496E-9BAC-3CFFF6F8ABE0}" dt="2026-04-28T20:06:36.797" v="118" actId="1076"/>
          <ac:picMkLst>
            <pc:docMk/>
            <pc:sldMk cId="2784489480" sldId="264"/>
            <ac:picMk id="7" creationId="{D33763A8-FD0C-FF67-F8A7-607C71CB60E4}"/>
          </ac:picMkLst>
        </pc:picChg>
      </pc:sldChg>
      <pc:sldChg chg="modSp mod">
        <pc:chgData name="Ishan Walia" userId="02bc4f0f7d896815" providerId="LiveId" clId="{D5D498A6-C22A-496E-9BAC-3CFFF6F8ABE0}" dt="2026-04-28T20:07:36.684" v="126" actId="20577"/>
        <pc:sldMkLst>
          <pc:docMk/>
          <pc:sldMk cId="3099445810" sldId="265"/>
        </pc:sldMkLst>
        <pc:spChg chg="mod">
          <ac:chgData name="Ishan Walia" userId="02bc4f0f7d896815" providerId="LiveId" clId="{D5D498A6-C22A-496E-9BAC-3CFFF6F8ABE0}" dt="2026-04-28T20:07:36.684" v="126" actId="20577"/>
          <ac:spMkLst>
            <pc:docMk/>
            <pc:sldMk cId="3099445810" sldId="265"/>
            <ac:spMk id="2" creationId="{26D2D740-1C9F-407E-DE80-8D1CB8B3F7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AFAB-9201-5B5C-4D04-8B0E870A0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50DEC-D515-5C7F-190D-8E2DE9F0B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22B8-C6F2-CB3E-E36F-9D21F14E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75688-BF0A-4933-2A94-66D6CDF1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CBFB9-711F-3053-A8A4-73364CA9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9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261A-8417-8A20-E2D2-DE98372C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0D6D-1569-3DBD-7EAA-84F5430E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E205-BB1C-5DB4-BBEC-082F3773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8EE2-2EF7-65A4-0DA7-B618FC96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87DBC-F0C4-6698-F3DF-3FA236D3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1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5221-E754-F963-B71B-F280A33E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F86B2-6EC7-7EC3-7261-4DE1A258A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BDF30-169C-BF28-E627-1857BB67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371A-E612-91FC-ADDE-0F8DB3D0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8E53-B6FE-951B-ADB6-D5A0CE37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8A06-1A3C-FBD4-3357-FA02BBB8B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02C7-676A-7862-E883-8EF8FD0F7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098D8-8032-106C-45C3-884E49525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2C80-F0D6-6699-8B87-203930DD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C4281-73E8-D360-ACF9-1091BDF2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36F82-4B7E-9C94-B424-B5DD1CDE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0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B664-8C57-07C9-8132-EF7ACA64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F13EF-0B4D-1747-1097-CEF553649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76361-9C31-3C97-0AED-31792616E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1CE4B-4FF9-B054-2DB1-2A3116644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AEC83-EF7B-832F-C145-7B0F92E83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9A684-DF5F-A41F-70AD-D7CB5109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670E6-40AB-660F-EBC5-15860CFA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88DDC-B0B3-7550-7482-95F6355A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2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A419-6EAD-33BA-68A4-7404732D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01103-9C40-D553-3BB3-E61F922C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33CA3-6F00-D015-C880-C2E3C377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7F08-E1DE-CCD5-0A51-A17812F8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77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B58B7-2958-8EED-2DA7-080D3080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C5324-611B-85D8-3771-C8FD5E22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37678-A0CF-50D1-DF2B-67A181A3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41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71E7-6E38-E7B3-0EB0-C7F5AA6B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E4CE-778F-1AF5-4FA2-BB4B21886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F6D33-ED47-9740-1302-642A730B3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73C8-CAA5-7F8D-01E9-CBCD14B6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33494-43CC-82EB-2C14-B2B37691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5BB8D-331A-DF15-8B23-D18E1CDE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3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E65F-5B5A-D81E-5C54-77C6B7B5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D5343C-C046-D57C-14A6-93C881721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CC36B-E881-5F52-9ACB-BBB23D058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5852D-0B3B-C5DE-E34A-77D1B420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4239C-4A5B-CF46-EC22-299BEAC9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1F400-2A7F-646D-B7E4-9441E294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7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AF06-039F-717B-D0C3-346F2ED8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16D94-66AA-036D-7762-6AB8317E9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88D74-A180-82A3-DDE0-7B96155A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A3EF-1A2E-9DAF-BC4F-8880CF64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C414-0157-1BBA-9DBC-95019170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4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610B9-584F-8446-8B3E-147D2BE85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74369-80EB-0CE2-1326-EC99D3AF5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4EE95-40C4-1B9B-5040-D65F901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D95DF-5716-1CB8-D55B-85BF3FFD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2938C-0D22-7178-5E83-1B5D95C5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9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4FC51-E0DD-B79A-76EA-9FE8FE33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A6895-DC02-F8A6-F093-9174D9BF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460E5-9CA6-820D-D93C-D274CDFC0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54F42-A942-4FD1-A101-1A12A5DA8D14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D417-DD60-9678-456E-ECD14F78E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6229-9294-78F9-E760-45E044FE8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3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uc?export=download&amp;id=1Yf3relNBtIKHILmSa2JGcf_V7f9rVTxA" TargetMode="External"/><Relationship Id="rId2" Type="http://schemas.openxmlformats.org/officeDocument/2006/relationships/hyperlink" Target="https://github.com/ishan-walia/ecoaware-ai-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vely Professional University - Wikipedia">
            <a:extLst>
              <a:ext uri="{FF2B5EF4-FFF2-40B4-BE49-F238E27FC236}">
                <a16:creationId xmlns:a16="http://schemas.microsoft.com/office/drawing/2014/main" id="{03AA7526-2A63-775D-8038-FF2D5B8DA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11" y="385571"/>
            <a:ext cx="19431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DF0DE-16EB-7E4F-E533-B2A75995EF3D}"/>
              </a:ext>
            </a:extLst>
          </p:cNvPr>
          <p:cNvSpPr txBox="1"/>
          <p:nvPr/>
        </p:nvSpPr>
        <p:spPr>
          <a:xfrm>
            <a:off x="3165988" y="385571"/>
            <a:ext cx="8357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Lovely Professional University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B07AD-B5E1-5BAE-319D-7E8DFB1D1EC2}"/>
              </a:ext>
            </a:extLst>
          </p:cNvPr>
          <p:cNvSpPr txBox="1"/>
          <p:nvPr/>
        </p:nvSpPr>
        <p:spPr>
          <a:xfrm>
            <a:off x="1419533" y="2667672"/>
            <a:ext cx="950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Project Topic : </a:t>
            </a:r>
            <a:r>
              <a:rPr lang="en-US" sz="3200" b="1" dirty="0"/>
              <a:t>AI Environmental Campaign Generator</a:t>
            </a:r>
            <a:endParaRPr lang="en-IN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8C34C-1E88-9F73-A512-FED2487781B8}"/>
              </a:ext>
            </a:extLst>
          </p:cNvPr>
          <p:cNvSpPr txBox="1"/>
          <p:nvPr/>
        </p:nvSpPr>
        <p:spPr>
          <a:xfrm>
            <a:off x="1622324" y="3438396"/>
            <a:ext cx="6676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Name :   </a:t>
            </a:r>
            <a:r>
              <a:rPr lang="en-US" sz="3600" b="1" dirty="0"/>
              <a:t>Ishan Walia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04B10-FBA0-1823-5717-B4175720BEC5}"/>
              </a:ext>
            </a:extLst>
          </p:cNvPr>
          <p:cNvSpPr txBox="1"/>
          <p:nvPr/>
        </p:nvSpPr>
        <p:spPr>
          <a:xfrm>
            <a:off x="1622324" y="4079310"/>
            <a:ext cx="5083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Roll No:     </a:t>
            </a:r>
            <a:r>
              <a:rPr lang="en-US" sz="3200" b="1" dirty="0"/>
              <a:t>42 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70426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C28B72-1450-3D4E-FDAC-8331752F6858}"/>
              </a:ext>
            </a:extLst>
          </p:cNvPr>
          <p:cNvSpPr txBox="1"/>
          <p:nvPr/>
        </p:nvSpPr>
        <p:spPr>
          <a:xfrm>
            <a:off x="993058" y="442451"/>
            <a:ext cx="865238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PROJECT OVERVIEW</a:t>
            </a:r>
          </a:p>
          <a:p>
            <a:pPr algn="ctr"/>
            <a:endParaRPr lang="en-IN" sz="3200" b="1" dirty="0"/>
          </a:p>
          <a:p>
            <a:r>
              <a:rPr lang="en-US" sz="2000" dirty="0"/>
              <a:t>This project focuses on promoting environmental awareness using AI.</a:t>
            </a:r>
            <a:br>
              <a:rPr lang="en-US" sz="2000" dirty="0"/>
            </a:br>
            <a:r>
              <a:rPr lang="en-US" sz="2000" dirty="0"/>
              <a:t>It monitors air quality, gives environmental  tips, detects waste, and generates posters</a:t>
            </a:r>
            <a:br>
              <a:rPr lang="en-IN" dirty="0"/>
            </a:br>
            <a:br>
              <a:rPr lang="en-IN" dirty="0"/>
            </a:br>
            <a:r>
              <a:rPr lang="en-IN" sz="2800" dirty="0"/>
              <a:t>• Monitor real-time Air Quality Index (AQI)</a:t>
            </a:r>
            <a:br>
              <a:rPr lang="en-IN" sz="2800" dirty="0"/>
            </a:br>
            <a:r>
              <a:rPr lang="en-IN" sz="2800" dirty="0"/>
              <a:t>• Get environmental </a:t>
            </a:r>
            <a:r>
              <a:rPr lang="en-IN" sz="3200" dirty="0"/>
              <a:t>tips</a:t>
            </a:r>
            <a:br>
              <a:rPr lang="en-IN" sz="2800" dirty="0"/>
            </a:br>
            <a:r>
              <a:rPr lang="en-IN" sz="2800" dirty="0"/>
              <a:t>• Detect waste using AI</a:t>
            </a:r>
            <a:br>
              <a:rPr lang="en-IN" sz="2800" dirty="0"/>
            </a:br>
            <a:r>
              <a:rPr lang="en-IN" sz="2800" dirty="0"/>
              <a:t>• Generate eco posters</a:t>
            </a:r>
            <a:br>
              <a:rPr lang="en-IN" sz="2800" dirty="0"/>
            </a:br>
            <a:r>
              <a:rPr lang="en-IN" sz="2800" dirty="0"/>
              <a:t>• Chat with AI assistant</a:t>
            </a:r>
            <a:br>
              <a:rPr lang="en-IN" dirty="0"/>
            </a:br>
            <a:br>
              <a:rPr lang="en-IN" dirty="0"/>
            </a:br>
            <a:r>
              <a:rPr lang="en-IN" sz="2800" b="1" dirty="0"/>
              <a:t>Goal: Promote environmental awareness using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80734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AAA09-593A-B63B-6EC4-741E956B319D}"/>
              </a:ext>
            </a:extLst>
          </p:cNvPr>
          <p:cNvSpPr txBox="1"/>
          <p:nvPr/>
        </p:nvSpPr>
        <p:spPr>
          <a:xfrm>
            <a:off x="1533833" y="630800"/>
            <a:ext cx="99010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INTERFACE</a:t>
            </a:r>
          </a:p>
          <a:p>
            <a:pPr algn="ctr"/>
            <a:endParaRPr lang="en-IN" sz="3600" b="1" dirty="0"/>
          </a:p>
          <a:p>
            <a:br>
              <a:rPr lang="en-IN" sz="2400" dirty="0"/>
            </a:br>
            <a:r>
              <a:rPr lang="en-US" sz="2400" dirty="0"/>
              <a:t>This is the project interface. It includes multiple screens like Home, Chatbot, Waste Detection, Poster Generator, and AQI tracking, with a simple and user-friendly design</a:t>
            </a:r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E0730-5C23-8ADB-7F33-543A9FED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931" y="4657781"/>
            <a:ext cx="1446643" cy="1406036"/>
          </a:xfrm>
          <a:prstGeom prst="rect">
            <a:avLst/>
          </a:prstGeom>
        </p:spPr>
      </p:pic>
      <p:pic>
        <p:nvPicPr>
          <p:cNvPr id="1026" name="Picture 2" descr="Voice assistant - Free technology icons">
            <a:extLst>
              <a:ext uri="{FF2B5EF4-FFF2-40B4-BE49-F238E27FC236}">
                <a16:creationId xmlns:a16="http://schemas.microsoft.com/office/drawing/2014/main" id="{FA75809B-344C-B76D-7CF5-8FA15C493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795" y="304647"/>
            <a:ext cx="963560" cy="96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705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3DE95-4FA1-D2B9-01CE-0E3F1A235440}"/>
              </a:ext>
            </a:extLst>
          </p:cNvPr>
          <p:cNvSpPr txBox="1"/>
          <p:nvPr/>
        </p:nvSpPr>
        <p:spPr>
          <a:xfrm>
            <a:off x="648930" y="786580"/>
            <a:ext cx="627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HOME SCREEN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08194-3935-191E-DA2E-098B7A21E7DA}"/>
              </a:ext>
            </a:extLst>
          </p:cNvPr>
          <p:cNvSpPr txBox="1"/>
          <p:nvPr/>
        </p:nvSpPr>
        <p:spPr>
          <a:xfrm>
            <a:off x="290946" y="1496291"/>
            <a:ext cx="46359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home screen uses the latest </a:t>
            </a:r>
            <a:r>
              <a:rPr lang="en-US" sz="2000" dirty="0" err="1"/>
              <a:t>OpenWeather</a:t>
            </a:r>
            <a:r>
              <a:rPr lang="en-US" sz="2000" dirty="0"/>
              <a:t> API to fetch real-time AQI and weather data based on the user’s GPS location, and it also displays the latest environmental news to keep users informed.</a:t>
            </a:r>
          </a:p>
          <a:p>
            <a:endParaRPr lang="en-US" sz="2000" dirty="0"/>
          </a:p>
          <a:p>
            <a:r>
              <a:rPr lang="en-US" sz="2000" dirty="0"/>
              <a:t>Features:</a:t>
            </a:r>
          </a:p>
          <a:p>
            <a:endParaRPr lang="en-US" sz="2000" dirty="0"/>
          </a:p>
          <a:p>
            <a:r>
              <a:rPr lang="en-US" sz="2000" dirty="0"/>
              <a:t>• Live AQI using GPS</a:t>
            </a:r>
          </a:p>
          <a:p>
            <a:r>
              <a:rPr lang="en-US" sz="2000" dirty="0"/>
              <a:t>• City auto-detection</a:t>
            </a:r>
          </a:p>
          <a:p>
            <a:r>
              <a:rPr lang="en-US" sz="2000" dirty="0"/>
              <a:t>• Smart eco suggestions</a:t>
            </a:r>
          </a:p>
          <a:p>
            <a:r>
              <a:rPr lang="en-US" sz="2000" dirty="0"/>
              <a:t>• Refresh button</a:t>
            </a:r>
          </a:p>
          <a:p>
            <a:r>
              <a:rPr lang="en-US" sz="2000" dirty="0"/>
              <a:t>• Clean UI with gradients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6D2E7-996B-DA6F-62D9-2B2C7BF3B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110" y="556349"/>
            <a:ext cx="2589235" cy="5745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9D6AB-ADC5-D932-C95B-2DE571901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578" y="451891"/>
            <a:ext cx="2589235" cy="573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E9187-C14E-4CEA-96CE-D615414DAABE}"/>
              </a:ext>
            </a:extLst>
          </p:cNvPr>
          <p:cNvSpPr txBox="1"/>
          <p:nvPr/>
        </p:nvSpPr>
        <p:spPr>
          <a:xfrm>
            <a:off x="432621" y="474345"/>
            <a:ext cx="6990735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 CHATBOT</a:t>
            </a:r>
          </a:p>
          <a:p>
            <a:endParaRPr lang="en-IN" sz="2800" b="1" dirty="0"/>
          </a:p>
          <a:p>
            <a:r>
              <a:rPr lang="en-US" sz="2000" dirty="0"/>
              <a:t>This feature is an AI chatbot that allows users to ask environmental questions. It provides AI-generated responses and also supports voice input for better interaction</a:t>
            </a:r>
          </a:p>
          <a:p>
            <a:endParaRPr lang="en-IN" sz="2000" b="1" dirty="0"/>
          </a:p>
          <a:p>
            <a:r>
              <a:rPr lang="en-IN" sz="2400" dirty="0"/>
              <a:t>Features: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• AI-generated responses</a:t>
            </a:r>
            <a:br>
              <a:rPr lang="en-IN" sz="2400" dirty="0"/>
            </a:br>
            <a:r>
              <a:rPr lang="en-IN" sz="2400" dirty="0"/>
              <a:t>• Voice input supported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Example:</a:t>
            </a:r>
            <a:br>
              <a:rPr lang="en-IN" sz="2400" dirty="0"/>
            </a:br>
            <a:r>
              <a:rPr lang="en-IN" sz="2400" dirty="0"/>
              <a:t>“What is environmental awareness?”</a:t>
            </a:r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49BDC-6E1C-5332-F79E-ACDD9784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184" y="501582"/>
            <a:ext cx="2842106" cy="61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6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8F98D-D7DC-8921-5AFE-FC9E7767FD08}"/>
              </a:ext>
            </a:extLst>
          </p:cNvPr>
          <p:cNvSpPr txBox="1"/>
          <p:nvPr/>
        </p:nvSpPr>
        <p:spPr>
          <a:xfrm>
            <a:off x="417368" y="639096"/>
            <a:ext cx="4748981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POSTER GENERATOR</a:t>
            </a:r>
          </a:p>
          <a:p>
            <a:endParaRPr lang="en-IN" sz="2400" b="1" dirty="0"/>
          </a:p>
          <a:p>
            <a:r>
              <a:rPr lang="en-US" sz="2400" dirty="0"/>
              <a:t>This feature allows users to generate eco-friendly posters using AI. Users can enter custom text like ‘Save Earth’, and the app creates a poster automatically..</a:t>
            </a:r>
            <a:endParaRPr lang="en-IN" sz="2400" b="1" dirty="0"/>
          </a:p>
          <a:p>
            <a:endParaRPr lang="en-IN" sz="2400" dirty="0"/>
          </a:p>
          <a:p>
            <a:r>
              <a:rPr lang="en-IN" sz="2400" dirty="0"/>
              <a:t>Features: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• Generate eco posters using AI</a:t>
            </a:r>
            <a:br>
              <a:rPr lang="en-IN" sz="2400" dirty="0"/>
            </a:br>
            <a:r>
              <a:rPr lang="en-IN" sz="2400" dirty="0"/>
              <a:t>• Custom input (e.g., "Save Earth")</a:t>
            </a:r>
            <a:br>
              <a:rPr lang="en-IN" sz="2400" dirty="0"/>
            </a:br>
            <a:r>
              <a:rPr lang="en-IN" sz="2400" dirty="0"/>
              <a:t>• Download poster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Purpose:</a:t>
            </a:r>
            <a:br>
              <a:rPr lang="en-IN" sz="2400" dirty="0"/>
            </a:br>
            <a:r>
              <a:rPr lang="en-IN" sz="2400" dirty="0"/>
              <a:t>Spread awareness through visuals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C9AD9-E12F-7A1B-9CB3-1BC4EA49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293" y="737128"/>
            <a:ext cx="2478231" cy="5394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05CE7-DC4C-D0BE-A2E3-54751A6D5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935" y="737128"/>
            <a:ext cx="2478231" cy="538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BBB236-C78D-0A18-5FDE-33F66907B315}"/>
              </a:ext>
            </a:extLst>
          </p:cNvPr>
          <p:cNvSpPr txBox="1"/>
          <p:nvPr/>
        </p:nvSpPr>
        <p:spPr>
          <a:xfrm>
            <a:off x="187235" y="382012"/>
            <a:ext cx="677031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WASTE DETECTION AI</a:t>
            </a:r>
          </a:p>
          <a:p>
            <a:endParaRPr lang="en-IN" sz="2800" b="1" dirty="0"/>
          </a:p>
          <a:p>
            <a:r>
              <a:rPr lang="en-US" sz="2800" dirty="0"/>
              <a:t>This feature uses AI to identify waste from images and tells the correct way to handle it</a:t>
            </a:r>
          </a:p>
          <a:p>
            <a:endParaRPr lang="en-IN" sz="2800" b="1" dirty="0"/>
          </a:p>
          <a:p>
            <a:r>
              <a:rPr lang="en-IN" sz="2400" dirty="0"/>
              <a:t>Features: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• Camera / Gallery input</a:t>
            </a:r>
            <a:br>
              <a:rPr lang="en-IN" sz="2400" dirty="0"/>
            </a:br>
            <a:r>
              <a:rPr lang="en-IN" sz="2400" dirty="0"/>
              <a:t>• Object detection using AI</a:t>
            </a:r>
            <a:br>
              <a:rPr lang="en-IN" sz="2400" dirty="0"/>
            </a:br>
            <a:r>
              <a:rPr lang="en-IN" sz="2400" dirty="0"/>
              <a:t>• Waste classification</a:t>
            </a:r>
            <a:br>
              <a:rPr lang="en-IN" sz="2400" dirty="0"/>
            </a:br>
            <a:r>
              <a:rPr lang="en-IN" sz="2400" dirty="0"/>
              <a:t>• Disposal suggestions</a:t>
            </a:r>
          </a:p>
          <a:p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Purpose:</a:t>
            </a:r>
            <a:br>
              <a:rPr lang="en-IN" sz="2400" dirty="0"/>
            </a:br>
            <a:r>
              <a:rPr lang="en-IN" sz="2400" dirty="0"/>
              <a:t>Promote proper waste management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4B562-919D-AFA2-6A79-474656659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45" y="908376"/>
            <a:ext cx="2465910" cy="5382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EC80F-8043-B90F-A9F6-77EE90B6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444" y="908376"/>
            <a:ext cx="2393321" cy="51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0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52C05-0BFD-FA91-6AC3-0F22EF07B98A}"/>
              </a:ext>
            </a:extLst>
          </p:cNvPr>
          <p:cNvSpPr txBox="1"/>
          <p:nvPr/>
        </p:nvSpPr>
        <p:spPr>
          <a:xfrm>
            <a:off x="481781" y="1170039"/>
            <a:ext cx="7620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LOCATION AQI</a:t>
            </a:r>
          </a:p>
          <a:p>
            <a:endParaRPr lang="en-US" sz="2400" b="1" dirty="0"/>
          </a:p>
          <a:p>
            <a:r>
              <a:rPr lang="en-US" sz="2400" dirty="0"/>
              <a:t>Users can set any city  to check air quality.</a:t>
            </a:r>
            <a:br>
              <a:rPr lang="en-US" sz="2400" dirty="0"/>
            </a:br>
            <a:r>
              <a:rPr lang="en-US" sz="2400" dirty="0"/>
              <a:t>It helps understand pollution levels in different areas</a:t>
            </a:r>
            <a:endParaRPr lang="en-US" sz="2400" b="1" dirty="0"/>
          </a:p>
          <a:p>
            <a:endParaRPr lang="en-US" dirty="0"/>
          </a:p>
          <a:p>
            <a:r>
              <a:rPr lang="en-US" sz="2400" dirty="0"/>
              <a:t>Features: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• set city</a:t>
            </a:r>
            <a:br>
              <a:rPr lang="en-US" sz="2400" dirty="0"/>
            </a:br>
            <a:r>
              <a:rPr lang="en-US" sz="2400" dirty="0"/>
              <a:t>• Get AQI data</a:t>
            </a:r>
            <a:br>
              <a:rPr lang="en-US" sz="2400" dirty="0"/>
            </a:br>
            <a:r>
              <a:rPr lang="en-US" sz="2400" dirty="0"/>
              <a:t>• Pollution status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Purpose:</a:t>
            </a:r>
            <a:br>
              <a:rPr lang="en-US" sz="2400" dirty="0"/>
            </a:br>
            <a:r>
              <a:rPr lang="en-US" sz="2400" dirty="0"/>
              <a:t>Check environmental condition of any location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CE58D-EDDA-E283-B8E9-6B508687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565" y="865239"/>
            <a:ext cx="2593866" cy="55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3FF1E-C087-ECDC-20BE-0454E38C302A}"/>
              </a:ext>
            </a:extLst>
          </p:cNvPr>
          <p:cNvSpPr txBox="1"/>
          <p:nvPr/>
        </p:nvSpPr>
        <p:spPr>
          <a:xfrm>
            <a:off x="245806" y="286602"/>
            <a:ext cx="633197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ENVIRONMENT TIPS</a:t>
            </a:r>
          </a:p>
          <a:p>
            <a:r>
              <a:rPr lang="en-US" sz="2400" dirty="0"/>
              <a:t>The app provides daily eco-friendly tips.</a:t>
            </a:r>
            <a:endParaRPr lang="en-IN" sz="2400" b="1" dirty="0"/>
          </a:p>
          <a:p>
            <a:endParaRPr lang="en-IN" dirty="0"/>
          </a:p>
          <a:p>
            <a:r>
              <a:rPr lang="en-IN" sz="2400" dirty="0"/>
              <a:t>Features: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• Daily eco-friendly tips</a:t>
            </a:r>
            <a:br>
              <a:rPr lang="en-IN" sz="2400" dirty="0"/>
            </a:br>
            <a:r>
              <a:rPr lang="en-IN" sz="2400" dirty="0"/>
              <a:t>• Dynamic suggestions</a:t>
            </a:r>
            <a:br>
              <a:rPr lang="en-IN" sz="2400" dirty="0"/>
            </a:br>
            <a:r>
              <a:rPr lang="en-IN" sz="2400" dirty="0"/>
              <a:t>• Simple and clean UI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Examples:</a:t>
            </a:r>
            <a:br>
              <a:rPr lang="en-IN" sz="2400" dirty="0"/>
            </a:br>
            <a:r>
              <a:rPr lang="en-IN" sz="2400" dirty="0"/>
              <a:t>• Save water</a:t>
            </a:r>
            <a:br>
              <a:rPr lang="en-IN" sz="2400" dirty="0"/>
            </a:br>
            <a:r>
              <a:rPr lang="en-IN" sz="2400" dirty="0"/>
              <a:t>• Use reusable bags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Purpose:</a:t>
            </a:r>
            <a:br>
              <a:rPr lang="en-IN" sz="2400" dirty="0"/>
            </a:br>
            <a:r>
              <a:rPr lang="en-IN" sz="2400" dirty="0"/>
              <a:t>Encourage sustainable habits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58D40-1938-AAC0-FB80-0B0948BDD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69" y="603587"/>
            <a:ext cx="2702255" cy="5862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763A8-FD0C-FF67-F8A7-607C71CB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962" y="392264"/>
            <a:ext cx="2776232" cy="607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8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B59D5-E6B2-56F8-6180-50D7E3DA8ED4}"/>
              </a:ext>
            </a:extLst>
          </p:cNvPr>
          <p:cNvSpPr txBox="1"/>
          <p:nvPr/>
        </p:nvSpPr>
        <p:spPr>
          <a:xfrm>
            <a:off x="324464" y="121085"/>
            <a:ext cx="890802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What is AQI?</a:t>
            </a:r>
          </a:p>
          <a:p>
            <a:r>
              <a:rPr lang="en-US" b="1" dirty="0"/>
              <a:t>AQI means Air Quality Index.</a:t>
            </a:r>
            <a:br>
              <a:rPr lang="en-US" dirty="0"/>
            </a:br>
            <a:r>
              <a:rPr lang="en-US" dirty="0"/>
              <a:t>It tells us how clean or polluted the air is.</a:t>
            </a:r>
          </a:p>
          <a:p>
            <a:br>
              <a:rPr lang="en-US" dirty="0"/>
            </a:br>
            <a:r>
              <a:rPr lang="en-US" b="1" dirty="0"/>
              <a:t> AQI Levels (Simple Explanation)</a:t>
            </a:r>
          </a:p>
          <a:p>
            <a:r>
              <a:rPr lang="en-US" dirty="0"/>
              <a:t> </a:t>
            </a:r>
            <a:r>
              <a:rPr lang="en-US" b="1" dirty="0"/>
              <a:t>AQI 1 – Good </a:t>
            </a:r>
            <a:br>
              <a:rPr lang="en-US" dirty="0"/>
            </a:br>
            <a:r>
              <a:rPr lang="en-US" dirty="0"/>
              <a:t>Air is very clean.</a:t>
            </a:r>
            <a:br>
              <a:rPr lang="en-US" dirty="0"/>
            </a:br>
            <a:r>
              <a:rPr lang="en-US" dirty="0"/>
              <a:t>Safe for everyone.</a:t>
            </a:r>
            <a:br>
              <a:rPr lang="en-US" dirty="0"/>
            </a:br>
            <a:r>
              <a:rPr lang="en-US" dirty="0"/>
              <a:t>Outdoor activities are fine.</a:t>
            </a:r>
          </a:p>
          <a:p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AQI 2 – Fair </a:t>
            </a:r>
            <a:br>
              <a:rPr lang="en-US" dirty="0"/>
            </a:br>
            <a:r>
              <a:rPr lang="en-US" dirty="0"/>
              <a:t>Air has a little pollution.</a:t>
            </a:r>
            <a:br>
              <a:rPr lang="en-US" dirty="0"/>
            </a:br>
            <a:r>
              <a:rPr lang="en-US" dirty="0"/>
              <a:t>Safe for normal people.</a:t>
            </a:r>
            <a:br>
              <a:rPr lang="en-US" dirty="0"/>
            </a:br>
            <a:r>
              <a:rPr lang="en-US" dirty="0"/>
              <a:t>Sensitive people should be careful.</a:t>
            </a:r>
          </a:p>
          <a:p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AQI 3 – Moderate </a:t>
            </a:r>
            <a:br>
              <a:rPr lang="en-US" dirty="0"/>
            </a:br>
            <a:r>
              <a:rPr lang="en-US" dirty="0"/>
              <a:t>Pollution is noticeable.</a:t>
            </a:r>
            <a:br>
              <a:rPr lang="en-US" dirty="0"/>
            </a:br>
            <a:r>
              <a:rPr lang="en-US" dirty="0"/>
              <a:t>People with asthma or kids should be careful.</a:t>
            </a:r>
            <a:br>
              <a:rPr lang="en-US" dirty="0"/>
            </a:br>
            <a:r>
              <a:rPr lang="en-US" dirty="0"/>
              <a:t>Mask can be helpful.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AQI 4 – Poor </a:t>
            </a:r>
            <a:br>
              <a:rPr lang="en-US" dirty="0"/>
            </a:br>
            <a:r>
              <a:rPr lang="en-US" dirty="0"/>
              <a:t>Air is unhealthy.</a:t>
            </a:r>
            <a:br>
              <a:rPr lang="en-US" dirty="0"/>
            </a:br>
            <a:r>
              <a:rPr lang="en-US" dirty="0"/>
              <a:t>Avoid going outside.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24606-0A70-1BCD-AC23-CDD4DAB25F87}"/>
              </a:ext>
            </a:extLst>
          </p:cNvPr>
          <p:cNvSpPr txBox="1"/>
          <p:nvPr/>
        </p:nvSpPr>
        <p:spPr>
          <a:xfrm>
            <a:off x="7836310" y="1425677"/>
            <a:ext cx="3264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AQI 5 – Very Poor </a:t>
            </a:r>
            <a:br>
              <a:rPr lang="en-US" dirty="0"/>
            </a:br>
            <a:r>
              <a:rPr lang="en-US" dirty="0"/>
              <a:t>Air is very dangerous.</a:t>
            </a:r>
            <a:br>
              <a:rPr lang="en-US" dirty="0"/>
            </a:br>
            <a:r>
              <a:rPr lang="en-US" dirty="0"/>
              <a:t>Everyone is at risk.</a:t>
            </a:r>
            <a:br>
              <a:rPr lang="en-US" dirty="0"/>
            </a:br>
            <a:r>
              <a:rPr lang="en-US" dirty="0"/>
              <a:t>Stay indoors.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56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2D740-1C9F-407E-DE80-8D1CB8B3F7D3}"/>
              </a:ext>
            </a:extLst>
          </p:cNvPr>
          <p:cNvSpPr txBox="1"/>
          <p:nvPr/>
        </p:nvSpPr>
        <p:spPr>
          <a:xfrm>
            <a:off x="678426" y="580104"/>
            <a:ext cx="69317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Technologies Used</a:t>
            </a:r>
          </a:p>
          <a:p>
            <a:r>
              <a:rPr lang="en-IN" b="1" dirty="0"/>
              <a:t>This project uses Flutter, </a:t>
            </a:r>
            <a:r>
              <a:rPr lang="en-IN" b="1" dirty="0" err="1"/>
              <a:t>OpenWeather</a:t>
            </a:r>
            <a:r>
              <a:rPr lang="en-IN" b="1" dirty="0"/>
              <a:t> API, Gemini AI, Google Maps API, and OpenAI API.”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F8536-6FED-13C9-C4F1-999E940E1BFF}"/>
              </a:ext>
            </a:extLst>
          </p:cNvPr>
          <p:cNvSpPr txBox="1"/>
          <p:nvPr/>
        </p:nvSpPr>
        <p:spPr>
          <a:xfrm>
            <a:off x="1238863" y="3541479"/>
            <a:ext cx="7865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GitHub Link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https://github.com/ishan-walia/ecoaware-ai-app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31300-057A-C620-3C96-0E6370A29C81}"/>
              </a:ext>
            </a:extLst>
          </p:cNvPr>
          <p:cNvSpPr txBox="1"/>
          <p:nvPr/>
        </p:nvSpPr>
        <p:spPr>
          <a:xfrm>
            <a:off x="1406011" y="4286864"/>
            <a:ext cx="100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Releases Link : </a:t>
            </a:r>
            <a:r>
              <a:rPr lang="en-IN" b="1" u="sng" dirty="0">
                <a:hlinkClick r:id="rId3"/>
              </a:rPr>
              <a:t>https://docs.google.com/uc?export=download&amp;id=1Yf3relNBtIKHILmSa2JGcf_V7f9rVTxA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9944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648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Walia</dc:creator>
  <cp:lastModifiedBy>Ishan Walia</cp:lastModifiedBy>
  <cp:revision>5</cp:revision>
  <dcterms:created xsi:type="dcterms:W3CDTF">2026-04-21T20:49:26Z</dcterms:created>
  <dcterms:modified xsi:type="dcterms:W3CDTF">2026-04-30T05:51:51Z</dcterms:modified>
</cp:coreProperties>
</file>